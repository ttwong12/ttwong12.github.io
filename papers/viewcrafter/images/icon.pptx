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84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500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49648"/>
            <a:ext cx="13716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80272"/>
            <a:ext cx="13716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5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8" y="227965"/>
            <a:ext cx="157734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8" y="611928"/>
            <a:ext cx="157734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" y="243417"/>
            <a:ext cx="77724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43417"/>
            <a:ext cx="77724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7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48683"/>
            <a:ext cx="157734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" y="224155"/>
            <a:ext cx="773668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" y="334010"/>
            <a:ext cx="773668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" y="224155"/>
            <a:ext cx="777478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" y="334010"/>
            <a:ext cx="777478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1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5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34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60960"/>
            <a:ext cx="58983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" y="131657"/>
            <a:ext cx="925830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274320"/>
            <a:ext cx="58983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0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60960"/>
            <a:ext cx="58983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" y="131657"/>
            <a:ext cx="925830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274320"/>
            <a:ext cx="58983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0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" y="48683"/>
            <a:ext cx="394335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" y="48683"/>
            <a:ext cx="1160145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5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" y="48683"/>
            <a:ext cx="157734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" y="243417"/>
            <a:ext cx="157734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" y="847514"/>
            <a:ext cx="4114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DBD84-7955-4A7F-AABB-1A1E561A2AC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" y="847514"/>
            <a:ext cx="6172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" y="847514"/>
            <a:ext cx="4114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65E85-1688-48D9-B47D-DA50A3A77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5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CC53-3AF9-44A9-891F-692B56DBE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EF9F1-8056-42EA-ABEB-539126B83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bird">
            <a:hlinkClick r:id="" action="ppaction://media"/>
            <a:extLst>
              <a:ext uri="{FF2B5EF4-FFF2-40B4-BE49-F238E27FC236}">
                <a16:creationId xmlns:a16="http://schemas.microsoft.com/office/drawing/2014/main" id="{1F3575A7-25BA-4E86-AE1B-E0ADDD7B44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56573"/>
            <a:ext cx="1828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4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ttwong</dc:creator>
  <cp:lastModifiedBy>ttwong</cp:lastModifiedBy>
  <cp:revision>1</cp:revision>
  <dcterms:created xsi:type="dcterms:W3CDTF">2025-12-25T04:21:30Z</dcterms:created>
  <dcterms:modified xsi:type="dcterms:W3CDTF">2025-12-25T04:23:09Z</dcterms:modified>
</cp:coreProperties>
</file>